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371600"/>
            <a:ext cx="96012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375E"/>
                </a:solidFill>
              </a:rPr>
              <a:t>Timesheet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275C9E"/>
                </a:solidFill>
              </a:rPr>
              <a:t>How employee timesheets automatically flow from ConnectWise to Keka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47F20"/>
                </a:solidFill>
              </a:rPr>
              <a:t>* *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</a:rPr>
              <a:t>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</a:rPr>
              <a:t>OculusIT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What We Will Cover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7F20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698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The 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Why timesheets had to be entered twice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96012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51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7F2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0698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7335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One source of truth, automated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96012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51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7F20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0698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7335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Step-by-step journey of a timesheet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33756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7F20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472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Smart Safeguards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50791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What happens when things 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33756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429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7F20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4472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Key Benefits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050791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Time saved, errors eliminated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3756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429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7F20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4472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Go-Live &amp; What to Expect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050791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Timeline and what changes for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01  |  The Business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521208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5C9E"/>
                </a:solidFill>
              </a:rPr>
              <a:t>ConnectWise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</a:rPr>
              <a:t>Project &amp; Time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4846320" cy="42976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John Smith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22576"/>
            <a:ext cx="48463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682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Website Redesign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70632"/>
            <a:ext cx="4846320" cy="42976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16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8163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2 hrs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18687"/>
            <a:ext cx="48463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64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64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3 hrs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66744"/>
            <a:ext cx="4846320" cy="42976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124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7124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4 hrs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14800"/>
            <a:ext cx="48463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Thu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160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2 hrs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62856"/>
            <a:ext cx="4846320" cy="42976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08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Fri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6085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1 hr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010912"/>
            <a:ext cx="48463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566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05663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14 hrs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256032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7F20"/>
                </a:solidFill>
              </a:rPr>
              <a:t>Manual
Re-entry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3383280"/>
            <a:ext cx="1005840" cy="411480"/>
          </a:xfrm>
          <a:prstGeom prst="roundRect">
            <a:avLst>
              <a:gd name="adj" fmla="val 5000"/>
            </a:avLst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34107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&gt;&gt;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914400"/>
            <a:ext cx="521208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5C9E"/>
                </a:solidFill>
              </a:rPr>
              <a:t>Keka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</a:rPr>
              <a:t>HR &amp; Payroll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1874519"/>
            <a:ext cx="4846320" cy="429768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1920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Employee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John Smith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322576"/>
            <a:ext cx="48463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23682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23682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Website Redesign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770632"/>
            <a:ext cx="4846320" cy="429768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60" y="2816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Mon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28163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F20"/>
                </a:solidFill>
              </a:rPr>
              <a:t>? hrs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0" y="3218687"/>
            <a:ext cx="4846320" cy="429768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3264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3264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F20"/>
                </a:solidFill>
              </a:rPr>
              <a:t>? hrs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666744"/>
            <a:ext cx="4846320" cy="429768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95160" y="37124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Wed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37124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F20"/>
                </a:solidFill>
              </a:rPr>
              <a:t>? hrs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4114800"/>
            <a:ext cx="4846320" cy="429768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95160" y="4160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Thu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72600" y="4160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F20"/>
                </a:solidFill>
              </a:rPr>
              <a:t>? hrs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4562856"/>
            <a:ext cx="4846320" cy="429768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5160" y="4608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Fri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46085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F20"/>
                </a:solidFill>
              </a:rPr>
              <a:t>? hr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0" y="5010912"/>
            <a:ext cx="4846320" cy="429768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95160" y="50566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Total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505663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F20"/>
                </a:solidFill>
              </a:rPr>
              <a:t>?? hrs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0040" y="6327648"/>
            <a:ext cx="11567160" cy="411480"/>
          </a:xfrm>
          <a:prstGeom prst="roundRect">
            <a:avLst>
              <a:gd name="adj" fmla="val 5000"/>
            </a:avLst>
          </a:prstGeom>
          <a:solidFill>
            <a:srgbClr val="FF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63550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3600"/>
                </a:solidFill>
              </a:rPr>
              <a:t>Hours had to be typed into Keka manually every week — time-consuming, error-prone and a compliance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02  |  The Solution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7F20"/>
                </a:solidFill>
              </a:rPr>
              <a:t>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98448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Staff log hours in ConnectWise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HR manually re-enters same hours in Keka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73552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46704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Risk of typos and mismatches every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261104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334256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30-60 mins of admin work per week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248656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321808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No cross-system audit trail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33872" y="3017520"/>
            <a:ext cx="777240" cy="658368"/>
          </a:xfrm>
          <a:prstGeom prst="roundRect">
            <a:avLst>
              <a:gd name="adj" fmla="val 5000"/>
            </a:avLst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063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822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75C9E"/>
                </a:solidFill>
              </a:rPr>
              <a:t>AFTER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298448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371600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Staff log hours in ConnectWise (no change)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286000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359152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System automatically sends hours to Keka hourly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273552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346704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Zero manual re-entry — no typos possible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261104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334256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Near real-time — hours appear within the hour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5248656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5321808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Full history stored for compliance audits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03  |  How It Works - Step by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17830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783080" cy="62179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8755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058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Staff Log
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1600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Employees enter project hours in ConnectWise as normal. Nothing changes for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20345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3703" y="960120"/>
            <a:ext cx="17830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03703" y="960120"/>
            <a:ext cx="1783080" cy="621792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6856" y="98755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10058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Hourly
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5144" y="1664208"/>
            <a:ext cx="1600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Every hour the sync system wakes up and looks for newly approved timesheets.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215" y="20345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3087" y="960120"/>
            <a:ext cx="17830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33087" y="960120"/>
            <a:ext cx="1783080" cy="621792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98755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10058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Smart
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7" y="1664208"/>
            <a:ext cx="1600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Only approved timesheets are picked up. Drafts and incomplete sheets are safely ignored.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0345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62472" y="960120"/>
            <a:ext cx="17830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62472" y="960120"/>
            <a:ext cx="1783080" cy="621792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5624" y="98755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10058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Already
Synced?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1664208"/>
            <a:ext cx="1600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If hours for that week were already sent to Keka, the system skips them - no duplicates.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2983" y="20345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960120"/>
            <a:ext cx="17830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1856" y="960120"/>
            <a:ext cx="1783080" cy="621792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98755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4776" y="10058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Send to
Keka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1664208"/>
            <a:ext cx="1600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All approved hours for the week are sent to Keka in one go, per employee and per project.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7" y="20345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66666"/>
                </a:solidFill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1240" y="960120"/>
            <a:ext cx="17830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21240" y="960120"/>
            <a:ext cx="1783080" cy="62179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98755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10058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Save
Checkpoint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1664208"/>
            <a:ext cx="1600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The system records exactly which weeks were synced so they are never repeated.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3749039"/>
            <a:ext cx="11658600" cy="621792"/>
          </a:xfrm>
          <a:prstGeom prst="roundRect">
            <a:avLst>
              <a:gd name="adj" fmla="val 5000"/>
            </a:avLst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822191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Employees do not need to change anything about how they work. The sync happens entirely behind the scenes.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03b  |  Data Flow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2743200" cy="5303520"/>
          </a:xfrm>
          <a:prstGeom prst="roundRect">
            <a:avLst>
              <a:gd name="adj" fmla="val 5000"/>
            </a:avLst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ConnectWise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Project &amp;
Time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6E8F7"/>
                </a:solidFill>
              </a:rPr>
              <a:t>Clock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2976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8F7"/>
                </a:solidFill>
              </a:rPr>
              <a:t>Source of Truth
for All 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005840"/>
            <a:ext cx="2743200" cy="5303520"/>
          </a:xfrm>
          <a:prstGeom prst="roundRect">
            <a:avLst>
              <a:gd name="adj" fmla="val 5000"/>
            </a:avLst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783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Keka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3317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HR &amp; Payroll
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4297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8F7"/>
                </a:solidFill>
              </a:rPr>
              <a:t>Payroll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463040"/>
            <a:ext cx="548640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57276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5E"/>
                </a:solidFill>
              </a:rPr>
              <a:t>Sync Engine  (runs every hour)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08483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</a:rPr>
              <a:t>Automated  |  AWS Cloud  |  No manual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2578608"/>
            <a:ext cx="5212080" cy="5029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624328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  Fetch newly approved timesheets from ConnectWise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10896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154680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2.  Check which employee / week combinations are already in Keka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3639311"/>
            <a:ext cx="5212080" cy="5029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685032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3.  Skip anything already synced (no duplicates)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4169663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215383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4.  Post remaining hours to Keka in one batch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700016"/>
            <a:ext cx="5212080" cy="50292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745736"/>
            <a:ext cx="4983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5.  Save a checkpoint so the next run knows where to 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291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7F20"/>
                </a:solidFill>
              </a:rPr>
              <a:t>&gt;&gt;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91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7F20"/>
                </a:solidFill>
              </a:rPr>
              <a:t>&gt;&gt;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6172200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62179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4500"/>
                </a:solidFill>
              </a:rPr>
              <a:t>Hosted on AWS - secure, always on, no on-premise servers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04  |  Smart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The system handles edge cases automatically so your data stays accurate.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657600" cy="7315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No Duplicate
Entries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Each week is tracked. If the system runs again for the same week, it recognises the work is done and skips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4300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657600" cy="73152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075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Near 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65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The system runs every hour. If hours are submitted at 9 AM, Keka reflects them before 10 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657600" cy="73152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075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Approved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Only formally approved timesheets are sent. Drafts and incomplete sheets are never synced prematurely.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65760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657600"/>
            <a:ext cx="3657600" cy="73152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22191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Rejection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If a timesheet is rejected after being sent, the HR team is notified to review it manually.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65760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657600"/>
            <a:ext cx="3657600" cy="73152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822191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Full Audit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80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Every sync is recorded - which employee, which week, how many hours. Ready for any compliance query.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65760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657600"/>
            <a:ext cx="3657600" cy="73152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822191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Automatic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480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Temporary network issues do not cause missing data. The system retries automatically on the next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 |  Key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651760" cy="9144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47F20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75E"/>
                </a:solidFill>
              </a:rPr>
              <a:t>Manual hours
re-entered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097280"/>
            <a:ext cx="2651760" cy="91440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28016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75C9E"/>
                </a:solidFill>
              </a:rPr>
              <a:t>&lt; 1hr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75E"/>
                </a:solidFill>
              </a:rPr>
              <a:t>Time to appear
in Keka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09728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097280"/>
            <a:ext cx="2651760" cy="91440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28016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75C9E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75E"/>
                </a:solidFill>
              </a:rPr>
              <a:t>Weeks tracked
&amp; auditable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09728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097280"/>
            <a:ext cx="2651760" cy="9144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28016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47F20"/>
                </a:solidFill>
              </a:rPr>
              <a:t>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375E"/>
                </a:solidFill>
              </a:rPr>
              <a:t>Risk of
duplicate entries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199632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Employees focus on their work. The system handles the admin.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572000"/>
            <a:ext cx="11457432" cy="1325880"/>
          </a:xfrm>
          <a:prstGeom prst="roundRect">
            <a:avLst>
              <a:gd name="adj" fmla="val 5000"/>
            </a:avLst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F20"/>
                </a:solidFill>
              </a:rPr>
              <a:t>Zero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303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Extra logins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39" y="4663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F20"/>
                </a:solidFill>
              </a:rPr>
              <a:t>1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39" y="52303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Of truth for hours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F20"/>
                </a:solidFill>
              </a:rPr>
              <a:t>Hourly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303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Automatic 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4663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F20"/>
                </a:solidFill>
              </a:rPr>
              <a:t>Full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52303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8F7"/>
                </a:solidFill>
              </a:rPr>
              <a:t>Compliance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06  |  Go-Live &amp; What to Expect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3657600" cy="59436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4183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Employees &amp; Projects Linked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• All ConnectWise staff mapped to Keka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358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• Projects matched between both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941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• One-time setup, already 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9144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914400"/>
            <a:ext cx="3657600" cy="594360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94183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6276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Automatic Timesheet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3774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• Every approved timesheet appears in Keka automatically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0358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• Hourly sync - no waiting, no manual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6941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• HR team reviews summary reports weekly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9056" y="91440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49056" y="914400"/>
            <a:ext cx="3657600" cy="594360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86216" y="94183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16276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Ongoing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23774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• System runs unattended every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6" y="30358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• Exceptions flagged automatically for HR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36941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• Zero change needed from employees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577840"/>
            <a:ext cx="11430000" cy="1115568"/>
          </a:xfrm>
          <a:prstGeom prst="roundRect">
            <a:avLst>
              <a:gd name="adj" fmla="val 5000"/>
            </a:avLst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6509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F20"/>
                </a:solidFill>
              </a:rPr>
              <a:t>No change for employees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3504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They keep logging hours in ConnectWise exactly as today.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6509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F20"/>
                </a:solidFill>
              </a:rPr>
              <a:t>HR saves hours weekly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603504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more manual re-entry into Keka.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6509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F20"/>
                </a:solidFill>
              </a:rPr>
              <a:t>Finance gets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603504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Payroll is based on the same data as project billing.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12188952" cy="1874519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12188952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8F7"/>
                </a:solidFill>
              </a:rPr>
              <a:t>We are happy to walk through any part of the process in more detail.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E8F7"/>
                </a:solidFill>
              </a:rPr>
              <a:t>Project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050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OculusIT Engineering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E8F7"/>
                </a:solidFill>
              </a:rPr>
              <a:t>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0050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ConnectWise  +  Keka  +  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E8F7"/>
                </a:solidFill>
              </a:rPr>
              <a:t>Sync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0050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Every hour, fully automatic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C99"/>
                </a:solidFill>
              </a:rPr>
              <a:t>OculusIT  |  Timesheet Sync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